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365760"/>
            <a:ext cx="3017520" cy="2011680"/>
          </a:xfrm>
          <a:prstGeom prst="ellipse">
            <a:avLst/>
          </a:prstGeom>
          <a:solidFill>
            <a:srgbClr val="5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91440"/>
            <a:ext cx="2743200" cy="1828800"/>
          </a:xfrm>
          <a:prstGeom prst="ellipse">
            <a:avLst/>
          </a:prstGeom>
          <a:solidFill>
            <a:srgbClr val="7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A8BC"/>
                </a:solidFill>
              </a:defRPr>
            </a:pPr>
            <a:r>
              <a:t>CashCat  |  AMD Developer Hackathon  |  Track 1: AI Agents &amp; Agentic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148840" cy="32004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7ECFF"/>
                </a:solidFill>
              </a:defRPr>
            </a:pPr>
            <a:r>
              <a:t>CASHCAT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1A8BC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ECFF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8FF"/>
                </a:solidFill>
              </a:defRPr>
            </a:pPr>
            <a:r>
              <a:t>AI agents can decide what to do, but they still cannot spend safely.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7680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1A8BC"/>
                </a:solidFill>
              </a:defRPr>
            </a:pPr>
            <a:r>
              <a:t>LLMs can plan, evaluate vendors, and trigger actions. The missing layer is governed money movement.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303520" cy="2011680"/>
          </a:xfrm>
          <a:prstGeom prst="roundRect">
            <a:avLst/>
          </a:prstGeom>
          <a:solidFill>
            <a:srgbClr val="0E1A2A"/>
          </a:solidFill>
          <a:ln>
            <a:solidFill>
              <a:srgbClr val="FF6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935224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E8D"/>
                </a:solidFill>
              </a:defRPr>
            </a:pPr>
            <a:r>
              <a:t>What breaks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6440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Giving an agent raw card or wallet access is unsafe.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Finance teams need limits, approvals, and evidence.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Most AI workflows stop right before the real economic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88920"/>
            <a:ext cx="5303520" cy="2011680"/>
          </a:xfrm>
          <a:prstGeom prst="roundRect">
            <a:avLst/>
          </a:prstGeom>
          <a:solidFill>
            <a:srgbClr val="0E1A2A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35224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7ECFF"/>
                </a:solidFill>
              </a:defRPr>
            </a:pPr>
            <a:r>
              <a:t>What should happen instead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6440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Agents should get bounded spend authority, not unrestricted money.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Every delegated purchase should be explainable and auditable.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AI should be able to complete workflows, not just recommend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66360"/>
            <a:ext cx="10652760" cy="82296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F8FF"/>
                </a:solidFill>
              </a:defRPr>
            </a:pPr>
            <a:r>
              <a:t>The gap is not intelligence. The gap is safe execution.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365760"/>
            <a:ext cx="3017520" cy="2011680"/>
          </a:xfrm>
          <a:prstGeom prst="ellipse">
            <a:avLst/>
          </a:prstGeom>
          <a:solidFill>
            <a:srgbClr val="5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91440"/>
            <a:ext cx="2743200" cy="1828800"/>
          </a:xfrm>
          <a:prstGeom prst="ellipse">
            <a:avLst/>
          </a:prstGeom>
          <a:solidFill>
            <a:srgbClr val="7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A8BC"/>
                </a:solidFill>
              </a:defRPr>
            </a:pPr>
            <a:r>
              <a:t>CashCat  |  AMD Developer Hackathon  |  Track 1: AI Agents &amp; Agentic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148840" cy="32004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7ECFF"/>
                </a:solidFill>
              </a:defRPr>
            </a:pPr>
            <a:r>
              <a:t>CASHCAT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1A8BC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ECFF"/>
                </a:solidFill>
              </a:defRPr>
            </a:pPr>
            <a:r>
              <a:t>WHY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8FF"/>
                </a:solidFill>
              </a:defRPr>
            </a:pPr>
            <a:r>
              <a:t>Agent workflows are moving from assistants to operators.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7680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1A8BC"/>
                </a:solidFill>
              </a:defRPr>
            </a:pPr>
            <a:r>
              <a:t>The timing is driven by open models, lower inference costs, and growing willingness to let software act on behalf of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880360"/>
            <a:ext cx="2651760" cy="128016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2666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A8BC"/>
                </a:solidFill>
              </a:defRPr>
            </a:pPr>
            <a:r>
              <a:t>SHIFT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23774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EEF8FF"/>
                </a:solidFill>
              </a:defRPr>
            </a:pPr>
            <a:r>
              <a:t>Open models can now plan and structure spend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2880360"/>
            <a:ext cx="2651760" cy="1280160"/>
          </a:xfrm>
          <a:prstGeom prst="roundRect">
            <a:avLst/>
          </a:prstGeom>
          <a:solidFill>
            <a:srgbClr val="142537"/>
          </a:solidFill>
          <a:ln>
            <a:solidFill>
              <a:srgbClr val="7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302666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A8BC"/>
                </a:solidFill>
              </a:defRPr>
            </a:pPr>
            <a:r>
              <a:t>SHIFT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3291840"/>
            <a:ext cx="23774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EEF8FF"/>
                </a:solidFill>
              </a:defRPr>
            </a:pPr>
            <a:r>
              <a:t>AI-native teams are buying APIs, data, SaaS, and cloud on the fly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2880360"/>
            <a:ext cx="2651760" cy="1280160"/>
          </a:xfrm>
          <a:prstGeom prst="roundRect">
            <a:avLst/>
          </a:prstGeom>
          <a:solidFill>
            <a:srgbClr val="142537"/>
          </a:solidFill>
          <a:ln>
            <a:solidFill>
              <a:srgbClr val="73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302666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A8BC"/>
                </a:solidFill>
              </a:defRPr>
            </a:pPr>
            <a:r>
              <a:t>SHIFT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291840"/>
            <a:ext cx="23774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EEF8FF"/>
                </a:solidFill>
              </a:defRPr>
            </a:pPr>
            <a:r>
              <a:t>Enterprises still need approvals, controls, and audit trails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880360"/>
            <a:ext cx="1920240" cy="1280160"/>
          </a:xfrm>
          <a:prstGeom prst="roundRect">
            <a:avLst/>
          </a:prstGeom>
          <a:solidFill>
            <a:srgbClr val="142537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302666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A8BC"/>
                </a:solidFill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3291840"/>
            <a:ext cx="16459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EEF8FF"/>
                </a:solidFill>
              </a:defRPr>
            </a:pPr>
            <a:r>
              <a:t>New control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72000"/>
            <a:ext cx="10469880" cy="1234440"/>
          </a:xfrm>
          <a:prstGeom prst="roundRect">
            <a:avLst/>
          </a:prstGeom>
          <a:solidFill>
            <a:srgbClr val="0E1A2A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718304"/>
            <a:ext cx="10104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7ECFF"/>
                </a:solidFill>
              </a:defRPr>
            </a:pPr>
            <a:r>
              <a:t>Category opening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4748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As soon as agents can buy digital resources, the market shifts from copilots to AI-native operations. CashCat sits exactly at that transition.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365760"/>
            <a:ext cx="3017520" cy="2011680"/>
          </a:xfrm>
          <a:prstGeom prst="ellipse">
            <a:avLst/>
          </a:prstGeom>
          <a:solidFill>
            <a:srgbClr val="5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91440"/>
            <a:ext cx="2743200" cy="1828800"/>
          </a:xfrm>
          <a:prstGeom prst="ellipse">
            <a:avLst/>
          </a:prstGeom>
          <a:solidFill>
            <a:srgbClr val="7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A8BC"/>
                </a:solidFill>
              </a:defRPr>
            </a:pPr>
            <a:r>
              <a:t>CashCat  |  AMD Developer Hackathon  |  Track 1: AI Agents &amp; Agentic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148840" cy="32004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7ECFF"/>
                </a:solidFill>
              </a:defRPr>
            </a:pPr>
            <a:r>
              <a:t>CASHCAT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1A8BC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ECFF"/>
                </a:solidFill>
              </a:defRPr>
            </a:pPr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8FF"/>
                </a:solidFill>
              </a:defRPr>
            </a:pPr>
            <a:r>
              <a:t>CashCat is the payment and spend control layer for AI 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7680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1A8BC"/>
                </a:solidFill>
              </a:defRPr>
            </a:pPr>
            <a:r>
              <a:t>It lets agents buy APIs, data, software, and cloud resources under human-defined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834640"/>
            <a:ext cx="3657600" cy="2194560"/>
          </a:xfrm>
          <a:prstGeom prst="roundRect">
            <a:avLst/>
          </a:prstGeom>
          <a:solidFill>
            <a:srgbClr val="0E1A2A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980944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7ECFF"/>
                </a:solidFill>
              </a:defRPr>
            </a:pPr>
            <a:r>
              <a:t>AI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10128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Interprets the task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Selects paid resources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Generates purchase proposals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Triggers workflow execution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2834640"/>
            <a:ext cx="2926080" cy="2194560"/>
          </a:xfrm>
          <a:prstGeom prst="roundRect">
            <a:avLst/>
          </a:prstGeom>
          <a:solidFill>
            <a:srgbClr val="0E1A2A"/>
          </a:solidFill>
          <a:ln>
            <a:solidFill>
              <a:srgbClr val="73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980944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3FFBA"/>
                </a:solidFill>
              </a:defRPr>
            </a:pPr>
            <a:r>
              <a:t>CashCat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310128"/>
            <a:ext cx="2606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Budget limits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Category restrictions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Approval thresholds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Receipts and spend proofs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44383" y="2834640"/>
            <a:ext cx="3611880" cy="2194560"/>
          </a:xfrm>
          <a:prstGeom prst="roundRect">
            <a:avLst/>
          </a:prstGeom>
          <a:solidFill>
            <a:srgbClr val="0E1A2A"/>
          </a:solidFill>
          <a:ln>
            <a:solidFill>
              <a:srgbClr val="7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2980944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A9FFF"/>
                </a:solidFill>
              </a:defRPr>
            </a:pPr>
            <a:r>
              <a:t>Buyer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3" y="3310128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No raw credential exposure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Safer delegated spend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Clear auditability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AI can complete real 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66360"/>
            <a:ext cx="10652760" cy="82296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F8FF"/>
                </a:solidFill>
              </a:defRPr>
            </a:pPr>
            <a:r>
              <a:t>The AI decides. CashCat governs.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365760"/>
            <a:ext cx="3017520" cy="2011680"/>
          </a:xfrm>
          <a:prstGeom prst="ellipse">
            <a:avLst/>
          </a:prstGeom>
          <a:solidFill>
            <a:srgbClr val="5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91440"/>
            <a:ext cx="2743200" cy="1828800"/>
          </a:xfrm>
          <a:prstGeom prst="ellipse">
            <a:avLst/>
          </a:prstGeom>
          <a:solidFill>
            <a:srgbClr val="7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A8BC"/>
                </a:solidFill>
              </a:defRPr>
            </a:pPr>
            <a:r>
              <a:t>CashCat  |  AMD Developer Hackathon  |  Track 1: AI Agents &amp; Agentic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148840" cy="32004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7ECFF"/>
                </a:solidFill>
              </a:defRPr>
            </a:pPr>
            <a:r>
              <a:t>CASHCAT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1A8BC"/>
                </a:solidFill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ECFF"/>
                </a:solidFill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8FF"/>
                </a:solidFill>
              </a:defRPr>
            </a:pPr>
            <a:r>
              <a:t>From natural language task to governed economic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7680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1A8BC"/>
                </a:solidFill>
              </a:defRPr>
            </a:pPr>
            <a:r>
              <a:t>The system keeps the user experience simple while activating orchestration when the task becomes more complex.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2148840" cy="1097280"/>
          </a:xfrm>
          <a:prstGeom prst="roundRect">
            <a:avLst/>
          </a:prstGeom>
          <a:solidFill>
            <a:srgbClr val="0E1A2A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EF8FF"/>
                </a:solidFill>
              </a:defRPr>
            </a:pPr>
            <a:r>
              <a:t>User gives the agent a business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3227832"/>
            <a:ext cx="237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91A8BC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4408" y="2880360"/>
            <a:ext cx="2148840" cy="1097280"/>
          </a:xfrm>
          <a:prstGeom prst="roundRect">
            <a:avLst/>
          </a:prstGeom>
          <a:solidFill>
            <a:srgbClr val="0E1A2A"/>
          </a:solidFill>
          <a:ln>
            <a:solidFill>
              <a:srgbClr val="7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EF8FF"/>
                </a:solidFill>
              </a:defRPr>
            </a:pPr>
            <a:r>
              <a:t>Qwen on AMD proposes the paid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27832"/>
            <a:ext cx="237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91A8BC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97296" y="2880360"/>
            <a:ext cx="2148840" cy="1097280"/>
          </a:xfrm>
          <a:prstGeom prst="roundRect">
            <a:avLst/>
          </a:prstGeom>
          <a:solidFill>
            <a:srgbClr val="0E1A2A"/>
          </a:solidFill>
          <a:ln>
            <a:solidFill>
              <a:srgbClr val="73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EF8FF"/>
                </a:solidFill>
              </a:defRPr>
            </a:pPr>
            <a:r>
              <a:t>CashCat applies budget, approval, and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3227832"/>
            <a:ext cx="237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91A8BC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184" y="2880360"/>
            <a:ext cx="2148840" cy="1097280"/>
          </a:xfrm>
          <a:prstGeom prst="roundRect">
            <a:avLst/>
          </a:prstGeom>
          <a:solidFill>
            <a:srgbClr val="0E1A2A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EF8FF"/>
                </a:solidFill>
              </a:defRPr>
            </a:pPr>
            <a:r>
              <a:t>Workflow artifacts, receipt, and proof are returned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480560"/>
            <a:ext cx="10469880" cy="1188720"/>
          </a:xfrm>
          <a:prstGeom prst="roundRect">
            <a:avLst/>
          </a:prstGeom>
          <a:solidFill>
            <a:srgbClr val="0E1A2A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26864"/>
            <a:ext cx="10104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166"/>
                </a:solidFill>
              </a:defRPr>
            </a:pPr>
            <a:r>
              <a:t>Behind the scenes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95604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Simple tasks stay single-agent. Broader workflows can automatically escalate into orchestrated specialist lanes without changing the user entry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365760"/>
            <a:ext cx="3017520" cy="2011680"/>
          </a:xfrm>
          <a:prstGeom prst="ellipse">
            <a:avLst/>
          </a:prstGeom>
          <a:solidFill>
            <a:srgbClr val="5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91440"/>
            <a:ext cx="2743200" cy="1828800"/>
          </a:xfrm>
          <a:prstGeom prst="ellipse">
            <a:avLst/>
          </a:prstGeom>
          <a:solidFill>
            <a:srgbClr val="7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A8BC"/>
                </a:solidFill>
              </a:defRPr>
            </a:pPr>
            <a:r>
              <a:t>CashCat  |  AMD Developer Hackathon  |  Track 1: AI Agents &amp; Agentic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148840" cy="32004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7ECFF"/>
                </a:solidFill>
              </a:defRPr>
            </a:pPr>
            <a:r>
              <a:t>CASHCAT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1A8BC"/>
                </a:solidFill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ECFF"/>
                </a:solidFill>
              </a:defRPr>
            </a:pPr>
            <a:r>
              <a:t>LIVE DEMO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8FF"/>
                </a:solidFill>
              </a:defRPr>
            </a:pPr>
            <a:r>
              <a:t>One prompt. One entry point. Real AI evidence and governed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7680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1A8BC"/>
                </a:solidFill>
              </a:defRPr>
            </a:pPr>
            <a:r>
              <a:t>The demo shows model-backed planning, spend governance, and visible workflow artifacts rather than a static front-end mock.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788920"/>
            <a:ext cx="3200400" cy="2240280"/>
          </a:xfrm>
          <a:prstGeom prst="roundRect">
            <a:avLst/>
          </a:prstGeom>
          <a:solidFill>
            <a:srgbClr val="0E1A2A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93522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7ECFF"/>
                </a:solidFill>
              </a:defRPr>
            </a:pPr>
            <a:r>
              <a:t>User sees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64408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Single chat-style task box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AI thinking and staged execution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 proposal, a control decision, and a final artifact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2788920"/>
            <a:ext cx="3474720" cy="2240280"/>
          </a:xfrm>
          <a:prstGeom prst="roundRect">
            <a:avLst/>
          </a:prstGeom>
          <a:solidFill>
            <a:srgbClr val="0E1A2A"/>
          </a:solidFill>
          <a:ln>
            <a:solidFill>
              <a:srgbClr val="73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2935224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3FFBA"/>
                </a:solidFill>
              </a:defRPr>
            </a:pPr>
            <a:r>
              <a:t>System proves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264408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Model: Qwen2.5-14B-Instruct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Provider: AMD vLLM endpoint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Payment intent, receipt, and spend proof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788920"/>
            <a:ext cx="3383280" cy="2240280"/>
          </a:xfrm>
          <a:prstGeom prst="roundRect">
            <a:avLst/>
          </a:prstGeom>
          <a:solidFill>
            <a:srgbClr val="0E1A2A"/>
          </a:solidFill>
          <a:ln>
            <a:solidFill>
              <a:srgbClr val="7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935224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A9FFF"/>
                </a:solidFill>
              </a:defRPr>
            </a:pPr>
            <a:r>
              <a:t>Workflow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264408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Research brief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Benchmark result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Vendor stack or launch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66360"/>
            <a:ext cx="10652760" cy="82296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F8FF"/>
                </a:solidFill>
              </a:defRPr>
            </a:pPr>
            <a:r>
              <a:t>The product does not stop at recommendation. It pushes all the way to governed action and a visible deliverable.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365760"/>
            <a:ext cx="3017520" cy="2011680"/>
          </a:xfrm>
          <a:prstGeom prst="ellipse">
            <a:avLst/>
          </a:prstGeom>
          <a:solidFill>
            <a:srgbClr val="5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91440"/>
            <a:ext cx="2743200" cy="1828800"/>
          </a:xfrm>
          <a:prstGeom prst="ellipse">
            <a:avLst/>
          </a:prstGeom>
          <a:solidFill>
            <a:srgbClr val="7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A8BC"/>
                </a:solidFill>
              </a:defRPr>
            </a:pPr>
            <a:r>
              <a:t>CashCat  |  AMD Developer Hackathon  |  Track 1: AI Agents &amp; Agentic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148840" cy="32004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7ECFF"/>
                </a:solidFill>
              </a:defRPr>
            </a:pPr>
            <a:r>
              <a:t>CASHCAT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1A8BC"/>
                </a:solidFill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ECFF"/>
                </a:solidFill>
              </a:defRPr>
            </a:pPr>
            <a:r>
              <a:t>MARKET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8FF"/>
                </a:solidFill>
              </a:defRPr>
            </a:pPr>
            <a:r>
              <a:t>We start with digital spend, but the category expands with every AI-triggered purchase.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7680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1A8BC"/>
                </a:solidFill>
              </a:defRPr>
            </a:pPr>
            <a:r>
              <a:t>The wedge is narrow enough to ship today and broad enough to become a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816352"/>
            <a:ext cx="3291840" cy="2240280"/>
          </a:xfrm>
          <a:prstGeom prst="roundRect">
            <a:avLst/>
          </a:prstGeom>
          <a:solidFill>
            <a:srgbClr val="0E1A2A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96265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7ECFF"/>
                </a:solidFill>
              </a:defRPr>
            </a:pPr>
            <a:r>
              <a:t>Initial wedge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APIs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Datasets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SaaS tools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Cloud resources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2816352"/>
            <a:ext cx="3383280" cy="2240280"/>
          </a:xfrm>
          <a:prstGeom prst="roundRect">
            <a:avLst/>
          </a:prstGeom>
          <a:solidFill>
            <a:srgbClr val="0E1A2A"/>
          </a:solidFill>
          <a:ln>
            <a:solidFill>
              <a:srgbClr val="73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296265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3FFBA"/>
                </a:solidFill>
              </a:defRPr>
            </a:pPr>
            <a: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32918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AI procurement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Delegated operational spend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Agent-to-agent commerce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Enterprise finance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35824" y="2816352"/>
            <a:ext cx="3474720" cy="2240280"/>
          </a:xfrm>
          <a:prstGeom prst="roundRect">
            <a:avLst/>
          </a:prstGeom>
          <a:solidFill>
            <a:srgbClr val="0E1A2A"/>
          </a:solidFill>
          <a:ln>
            <a:solidFill>
              <a:srgbClr val="7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8704" y="296265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A9FFF"/>
                </a:solidFill>
              </a:defRPr>
            </a:pPr>
            <a:r>
              <a:t>Why it can be large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32918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Every useful agent eventually needs tools, data, services, or compute.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Wherever AI touches budget, CashCat can become the control plane.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166360"/>
            <a:ext cx="10652760" cy="82296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F8FF"/>
                </a:solidFill>
              </a:defRPr>
            </a:pPr>
            <a:r>
              <a:t>We are not just selling payments. We are defining the financial operating layer for AI agents.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365760"/>
            <a:ext cx="3017520" cy="2011680"/>
          </a:xfrm>
          <a:prstGeom prst="ellipse">
            <a:avLst/>
          </a:prstGeom>
          <a:solidFill>
            <a:srgbClr val="5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91440"/>
            <a:ext cx="2743200" cy="1828800"/>
          </a:xfrm>
          <a:prstGeom prst="ellipse">
            <a:avLst/>
          </a:prstGeom>
          <a:solidFill>
            <a:srgbClr val="7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A8BC"/>
                </a:solidFill>
              </a:defRPr>
            </a:pPr>
            <a:r>
              <a:t>CashCat  |  AMD Developer Hackathon  |  Track 1: AI Agents &amp; Agentic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148840" cy="32004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7ECFF"/>
                </a:solidFill>
              </a:defRPr>
            </a:pPr>
            <a:r>
              <a:t>CASHCAT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1A8BC"/>
                </a:solidFill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ECFF"/>
                </a:solidFill>
              </a:defRPr>
            </a:pPr>
            <a: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8FF"/>
                </a:solidFill>
              </a:defRPr>
            </a:pPr>
            <a:r>
              <a:t>CashCat monetizes like an AI-native blend of spend control software and payments infrastructure.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7680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1A8BC"/>
                </a:solidFill>
              </a:defRPr>
            </a:pPr>
            <a:r>
              <a:t>The model starts simple and gets stronger as agent-driven volume grows.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880360"/>
            <a:ext cx="3291840" cy="141732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26664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A8BC"/>
                </a:solidFill>
              </a:defRPr>
            </a:pPr>
            <a:r>
              <a:t>REVENUE STREAM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30175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EEF8FF"/>
                </a:solidFill>
              </a:defRPr>
            </a:pPr>
            <a:r>
              <a:t>Platform subscription for teams using AI spend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2880360"/>
            <a:ext cx="3291840" cy="1417320"/>
          </a:xfrm>
          <a:prstGeom prst="roundRect">
            <a:avLst/>
          </a:prstGeom>
          <a:solidFill>
            <a:srgbClr val="142537"/>
          </a:solidFill>
          <a:ln>
            <a:solidFill>
              <a:srgbClr val="73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3026664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A8BC"/>
                </a:solidFill>
              </a:defRPr>
            </a:pPr>
            <a:r>
              <a:t>REVENUE STREAM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3291840"/>
            <a:ext cx="30175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EEF8FF"/>
                </a:solidFill>
              </a:defRPr>
            </a:pPr>
            <a:r>
              <a:t>Usage or API pricing for agent builders and workflow platforms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6096" y="2880360"/>
            <a:ext cx="3584448" cy="1417320"/>
          </a:xfrm>
          <a:prstGeom prst="roundRect">
            <a:avLst/>
          </a:prstGeom>
          <a:solidFill>
            <a:srgbClr val="142537"/>
          </a:solidFill>
          <a:ln>
            <a:solidFill>
              <a:srgbClr val="7A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3026664"/>
            <a:ext cx="33101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A8BC"/>
                </a:solidFill>
              </a:defRPr>
            </a:pPr>
            <a:r>
              <a:t>REVENUE STREAM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291840"/>
            <a:ext cx="3310128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EEF8FF"/>
                </a:solidFill>
              </a:defRPr>
            </a:pPr>
            <a:r>
              <a:t>Transaction or spend-based monetization as governed volume scales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681728"/>
            <a:ext cx="10442448" cy="1051560"/>
          </a:xfrm>
          <a:prstGeom prst="roundRect">
            <a:avLst/>
          </a:prstGeom>
          <a:solidFill>
            <a:srgbClr val="0E1A2A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828032"/>
            <a:ext cx="100766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166"/>
                </a:solidFill>
              </a:defRPr>
            </a:pPr>
            <a:r>
              <a:t>Go-to-market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10122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Start with AI-native teams, agent builders, and innovation groups. Expand into enterprise controls, compliance workflows, and higher-volume delegated spend.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365760"/>
            <a:ext cx="3017520" cy="2011680"/>
          </a:xfrm>
          <a:prstGeom prst="ellipse">
            <a:avLst/>
          </a:prstGeom>
          <a:solidFill>
            <a:srgbClr val="5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91440"/>
            <a:ext cx="2743200" cy="1828800"/>
          </a:xfrm>
          <a:prstGeom prst="ellipse">
            <a:avLst/>
          </a:prstGeom>
          <a:solidFill>
            <a:srgbClr val="7A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A8BC"/>
                </a:solidFill>
              </a:defRPr>
            </a:pPr>
            <a:r>
              <a:t>CashCat  |  AMD Developer Hackathon  |  Track 1: AI Agents &amp; Agentic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148840" cy="32004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7ECFF"/>
                </a:solidFill>
              </a:defRPr>
            </a:pPr>
            <a:r>
              <a:t>CASHCAT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1A8BC"/>
                </a:solidFill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ECFF"/>
                </a:solidFill>
              </a:defRPr>
            </a:pPr>
            <a:r>
              <a:t>VISION + WHY AMD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8FF"/>
                </a:solidFill>
              </a:defRPr>
            </a:pPr>
            <a:r>
              <a:t>CashCat turns AI from a recommender into an operator with governed economic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1"/>
            <a:ext cx="7680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1A8BC"/>
                </a:solidFill>
              </a:defRPr>
            </a:pPr>
            <a:r>
              <a:t>AMD cloud lets us pair open models with private, controllable, high-performance inference for agent decisioning.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743200"/>
            <a:ext cx="4892040" cy="2423160"/>
          </a:xfrm>
          <a:prstGeom prst="roundRect">
            <a:avLst/>
          </a:prstGeom>
          <a:solidFill>
            <a:srgbClr val="0E1A2A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889504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7ECFF"/>
                </a:solidFill>
              </a:defRPr>
            </a:pPr>
            <a:r>
              <a:t>Why AMD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18688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Open-model inference on dedicated GPU infrastructure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Control over latency, privacy, and deployment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A credible path from hackathon demo to production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0448" y="2743200"/>
            <a:ext cx="5321808" cy="2423160"/>
          </a:xfrm>
          <a:prstGeom prst="roundRect">
            <a:avLst/>
          </a:prstGeom>
          <a:solidFill>
            <a:srgbClr val="0E1A2A"/>
          </a:solidFill>
          <a:ln>
            <a:solidFill>
              <a:srgbClr val="73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2889504"/>
            <a:ext cx="4956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3FFBA"/>
                </a:solidFill>
              </a:defRPr>
            </a:pPr>
            <a:r>
              <a:t>Long-term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3218688"/>
            <a:ext cx="500176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Every serious AI agent will need governed money movement.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CashCat can become the standard way agents receive spend authority, execute safely, and return proof.</a:t>
            </a:r>
          </a:p>
          <a:p>
            <a:pPr>
              <a:spcAft>
                <a:spcPts val="900"/>
              </a:spcAft>
              <a:defRPr sz="1600">
                <a:solidFill>
                  <a:srgbClr val="EEF8FF"/>
                </a:solidFill>
              </a:defRPr>
            </a:pPr>
            <a:r>
              <a:t>That is a platform, not a feature.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66360"/>
            <a:ext cx="10652760" cy="822960"/>
          </a:xfrm>
          <a:prstGeom prst="roundRect">
            <a:avLst/>
          </a:prstGeom>
          <a:solidFill>
            <a:srgbClr val="142537"/>
          </a:solidFill>
          <a:ln>
            <a:solidFill>
              <a:srgbClr val="5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F8FF"/>
                </a:solidFill>
              </a:defRPr>
            </a:pPr>
            <a:r>
              <a:t>If AI is going to act in the economy, it needs a financial control layer. That layer is CashCat.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